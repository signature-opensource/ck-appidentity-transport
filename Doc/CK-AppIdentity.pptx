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304" r:id="rId9"/>
    <p:sldId id="264" r:id="rId10"/>
    <p:sldId id="269" r:id="rId11"/>
    <p:sldId id="265" r:id="rId12"/>
    <p:sldId id="263" r:id="rId13"/>
    <p:sldId id="266" r:id="rId14"/>
    <p:sldId id="267" r:id="rId15"/>
    <p:sldId id="268" r:id="rId16"/>
    <p:sldId id="270" r:id="rId17"/>
    <p:sldId id="271" r:id="rId18"/>
    <p:sldId id="272" r:id="rId19"/>
    <p:sldId id="303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2" r:id="rId29"/>
    <p:sldId id="281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7" r:id="rId39"/>
    <p:sldId id="298" r:id="rId40"/>
    <p:sldId id="299" r:id="rId41"/>
    <p:sldId id="300" r:id="rId42"/>
    <p:sldId id="301" r:id="rId43"/>
    <p:sldId id="302" r:id="rId44"/>
    <p:sldId id="291" r:id="rId45"/>
    <p:sldId id="292" r:id="rId46"/>
    <p:sldId id="294" r:id="rId47"/>
    <p:sldId id="293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5" d="100"/>
          <a:sy n="75" d="100"/>
        </p:scale>
        <p:origin x="946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6/22/2023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customXml" Target="../ink/ink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can be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must not contain duplicate segments</a:t>
            </a:r>
          </a:p>
          <a:p>
            <a:pPr lvl="2"/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dirty="0" err="1"/>
              <a:t>LaToulousaine</a:t>
            </a:r>
            <a:r>
              <a:rPr lang="en-US" dirty="0"/>
              <a:t>/Anything</a:t>
            </a:r>
          </a:p>
          <a:p>
            <a:pPr lvl="2"/>
            <a:r>
              <a:rPr lang="en-US" dirty="0" err="1"/>
              <a:t>LaToulousaine</a:t>
            </a:r>
            <a:r>
              <a:rPr lang="en-US" dirty="0"/>
              <a:t>/France/</a:t>
            </a:r>
            <a:r>
              <a:rPr lang="en-US" dirty="0" err="1"/>
              <a:t>LaToulousaine</a:t>
            </a:r>
            <a:r>
              <a:rPr lang="en-US" dirty="0"/>
              <a:t>/Anything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94FE6B1D-25FF-34FB-03D1-84A025F10DF7}"/>
              </a:ext>
            </a:extLst>
          </p:cNvPr>
          <p:cNvSpPr/>
          <p:nvPr/>
        </p:nvSpPr>
        <p:spPr>
          <a:xfrm>
            <a:off x="1755252" y="2229814"/>
            <a:ext cx="245240" cy="26248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1B803003-7CBC-07D2-0F4B-6ADB12222146}"/>
              </a:ext>
            </a:extLst>
          </p:cNvPr>
          <p:cNvSpPr/>
          <p:nvPr/>
        </p:nvSpPr>
        <p:spPr>
          <a:xfrm>
            <a:off x="1755252" y="2501040"/>
            <a:ext cx="245240" cy="262480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60788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0470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8" y="1690688"/>
            <a:ext cx="396580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72961" y="3287949"/>
            <a:ext cx="45719" cy="2198451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9310465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/OneCS1/#Production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</a:t>
                      </a: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/#Staging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/Trolley1/#Staging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/Trolley2/#Staging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"#Staging"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Domain/Party/Environment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appear anywhere in the full name (with its # prefix).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4759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"#Production"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Domain/Party/Environment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040" y="1480930"/>
            <a:ext cx="10515600" cy="5202673"/>
          </a:xfrm>
        </p:spPr>
        <p:txBody>
          <a:bodyPr>
            <a:normAutofit/>
          </a:bodyPr>
          <a:lstStyle/>
          <a:p>
            <a:r>
              <a:rPr lang="en-US" dirty="0"/>
              <a:t>The full name is a </a:t>
            </a:r>
            <a:r>
              <a:rPr lang="en-US" dirty="0" err="1"/>
              <a:t>NormalizedPath</a:t>
            </a:r>
            <a:r>
              <a:rPr lang="en-US" dirty="0"/>
              <a:t> where:</a:t>
            </a:r>
          </a:p>
          <a:p>
            <a:pPr lvl="1"/>
            <a:r>
              <a:rPr lang="en-US" dirty="0"/>
              <a:t>The Environment can be everywhere (its “normal” position is at the end).</a:t>
            </a:r>
          </a:p>
          <a:p>
            <a:pPr lvl="1"/>
            <a:r>
              <a:rPr lang="en-US" dirty="0"/>
              <a:t>The Party name is prefixed with ‘$’ (it can also appear everywhere).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Undefined/$Unknown/#Development”.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5076742"/>
              </p:ext>
            </p:extLst>
          </p:nvPr>
        </p:nvGraphicFramePr>
        <p:xfrm>
          <a:off x="1491660" y="2806493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#Production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/France/Toulouse/$Trolley45/#Production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#Development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/#Development/London/$RobotTrolley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“#Development"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dirty="0"/>
          </a:p>
          <a:p>
            <a:r>
              <a:rPr lang="en-US" dirty="0"/>
              <a:t>One can only add a Feature “from the outside”: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8058</TotalTime>
  <Words>5462</Words>
  <Application>Microsoft Office PowerPoint</Application>
  <PresentationFormat>Widescreen</PresentationFormat>
  <Paragraphs>706</Paragraphs>
  <Slides>47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6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DomainName/PartyName/EnvironmentName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LaToulousaine goes to London!</vt:lpstr>
      <vt:lpstr>The final Domain/Party/Environment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34</cp:revision>
  <dcterms:created xsi:type="dcterms:W3CDTF">2023-03-08T10:35:35Z</dcterms:created>
  <dcterms:modified xsi:type="dcterms:W3CDTF">2023-06-23T12:41:17Z</dcterms:modified>
</cp:coreProperties>
</file>