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3/8/2023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identities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Enables centralized as well as decentralized topologies.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</a:t>
            </a:r>
          </a:p>
          <a:p>
            <a:pPr lvl="1"/>
            <a:r>
              <a:rPr lang="en-US" dirty="0"/>
              <a:t>VLAN,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22548"/>
          </a:xfrm>
        </p:spPr>
        <p:txBody>
          <a:bodyPr/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Event Source is identified by this triple.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735290" y="5373278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How can a simple model like this one cover all our needs?</a:t>
            </a:r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CodeCenter</a:t>
            </a:r>
            <a:r>
              <a:rPr lang="en-US" dirty="0"/>
              <a:t>-like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“Signature”</a:t>
            </a:r>
          </a:p>
          <a:p>
            <a:r>
              <a:rPr lang="en-US" dirty="0"/>
              <a:t>“Production”</a:t>
            </a:r>
          </a:p>
          <a:p>
            <a:r>
              <a:rPr lang="en-US" dirty="0"/>
              <a:t>Local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CodeCenter</a:t>
            </a:r>
            <a:r>
              <a:rPr lang="en-US" dirty="0"/>
              <a:t>”</a:t>
            </a:r>
          </a:p>
          <a:p>
            <a:r>
              <a:rPr lang="en-US" dirty="0"/>
              <a:t>Remotes</a:t>
            </a:r>
          </a:p>
          <a:p>
            <a:pPr lvl="1"/>
            <a:r>
              <a:rPr lang="en-US" dirty="0"/>
              <a:t>“GitHub”</a:t>
            </a:r>
          </a:p>
          <a:p>
            <a:pPr lvl="2"/>
            <a:r>
              <a:rPr lang="en-US" dirty="0"/>
              <a:t>“45kKJDHldf57dsj87f6fefAsdjhfyefsdfzrsdffgbddcsdc”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LogTower</a:t>
            </a:r>
            <a:r>
              <a:rPr lang="en-US"/>
              <a:t>”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0907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199</Words>
  <Application>Microsoft Office PowerPoint</Application>
  <PresentationFormat>Widescreen</PresentationFormat>
  <Paragraphs>37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CK-AppIdentity</vt:lpstr>
      <vt:lpstr>Primary Objectives</vt:lpstr>
      <vt:lpstr>Secondary Objectives</vt:lpstr>
      <vt:lpstr>DomainName/EnvironmentName/PartyName</vt:lpstr>
      <vt:lpstr>A CodeCenter-like application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1</cp:revision>
  <dcterms:created xsi:type="dcterms:W3CDTF">2023-03-08T10:35:35Z</dcterms:created>
  <dcterms:modified xsi:type="dcterms:W3CDTF">2023-03-08T15:04:37Z</dcterms:modified>
</cp:coreProperties>
</file>