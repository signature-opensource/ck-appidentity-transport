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3/11/2023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225551" cy="538197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837707" y="2258475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837707" y="2597285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9572017" y="3151761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808723" y="3331882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2704</TotalTime>
  <Words>2040</Words>
  <Application>Microsoft Office PowerPoint</Application>
  <PresentationFormat>Widescreen</PresentationFormat>
  <Paragraphs>320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Courier New</vt:lpstr>
      <vt:lpstr>Segoe UI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9</cp:revision>
  <dcterms:created xsi:type="dcterms:W3CDTF">2023-03-08T10:35:35Z</dcterms:created>
  <dcterms:modified xsi:type="dcterms:W3CDTF">2023-03-11T12:42:54Z</dcterms:modified>
</cp:coreProperties>
</file>