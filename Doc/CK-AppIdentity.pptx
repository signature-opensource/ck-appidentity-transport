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80" autoAdjust="0"/>
  </p:normalViewPr>
  <p:slideViewPr>
    <p:cSldViewPr snapToGrid="0">
      <p:cViewPr varScale="1">
        <p:scale>
          <a:sx n="77" d="100"/>
          <a:sy n="77" d="100"/>
        </p:scale>
        <p:origin x="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ApplicationIdentity</a:t>
            </a:r>
            <a:r>
              <a:rPr lang="en-US" dirty="0"/>
              <a:t> model exists to expose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</a:p>
          <a:p>
            <a:r>
              <a:rPr lang="en-US" dirty="0"/>
              <a:t>Only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exists</a:t>
            </a:r>
          </a:p>
          <a:p>
            <a:pPr lvl="1"/>
            <a:r>
              <a:rPr lang="en-US" dirty="0"/>
              <a:t>Features can only be added.</a:t>
            </a:r>
          </a:p>
          <a:p>
            <a:r>
              <a:rPr lang="en-US" dirty="0"/>
              <a:t>Even if one can add a Feature “from the outside”, Feature are automatically instantiated, configured and added to the relevant parties thanks to specialized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Opt-in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Transport.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a Channel</a:t>
            </a:r>
          </a:p>
          <a:p>
            <a:pPr lvl="1"/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implementation</a:t>
            </a:r>
          </a:p>
          <a:p>
            <a:pPr lvl="1"/>
            <a:endParaRPr lang="en-US" dirty="0"/>
          </a:p>
          <a:p>
            <a:pPr lvl="1"/>
            <a:endParaRPr lang="en-US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018" y="2943570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5698</TotalTime>
  <Words>3737</Words>
  <Application>Microsoft Office PowerPoint</Application>
  <PresentationFormat>Widescreen</PresentationFormat>
  <Paragraphs>510</Paragraphs>
  <Slides>33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15</cp:revision>
  <dcterms:created xsi:type="dcterms:W3CDTF">2023-03-08T10:35:35Z</dcterms:created>
  <dcterms:modified xsi:type="dcterms:W3CDTF">2023-04-23T15:18:53Z</dcterms:modified>
</cp:coreProperties>
</file>