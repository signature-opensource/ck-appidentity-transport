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573" autoAdjust="0"/>
  </p:normalViewPr>
  <p:slideViewPr>
    <p:cSldViewPr snapToGrid="0">
      <p:cViewPr varScale="1">
        <p:scale>
          <a:sx n="77" d="100"/>
          <a:sy n="77" d="100"/>
        </p:scale>
        <p:origin x="88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add and remove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RemoveFeature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configured, added to and removed from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6031</TotalTime>
  <Words>4412</Words>
  <Application>Microsoft Office PowerPoint</Application>
  <PresentationFormat>Widescreen</PresentationFormat>
  <Paragraphs>570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Roadmap</vt:lpstr>
      <vt:lpstr>Cris feature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28</cp:revision>
  <dcterms:created xsi:type="dcterms:W3CDTF">2023-03-08T10:35:35Z</dcterms:created>
  <dcterms:modified xsi:type="dcterms:W3CDTF">2023-04-24T17:06:14Z</dcterms:modified>
</cp:coreProperties>
</file>